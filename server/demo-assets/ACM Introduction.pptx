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ACM Introduction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</a:rPr>
              <a:t>ACM Student Chapter · Tech Fest 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Who we are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</a:rPr>
              <a:t>A community of students who love computing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What we do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</a:rPr>
              <a:t>Workshops · Hackathons · Talks · Open source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Join us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</a:rPr>
              <a:t>Recruitment drive: 5 October 2026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2026-09-24T17:55:19Z</dcterms:created>
  <dcterms:modified xsi:type="dcterms:W3CDTF">2026-09-24T17:55:19Z</dcterms:modified>
</cp:coreProperties>
</file>